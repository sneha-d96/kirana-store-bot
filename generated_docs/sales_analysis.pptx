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Kirana Store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Business Analysis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&amp; Tax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Rs. 2772.00</a:t>
            </a:r>
          </a:p>
          <a:p>
            <a:r>
              <a:t>Total Orders: 9</a:t>
            </a:r>
          </a:p>
          <a:p>
            <a:r>
              <a:t>Total GST Collected: Rs. 147.82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