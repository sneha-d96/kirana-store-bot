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Store Metrics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Orders</c:v>
                </c:pt>
                <c:pt idx="1">
                  <c:v>Revenue (₹)</c:v>
                </c:pt>
                <c:pt idx="2">
                  <c:v>GST (₹)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30.0</c:v>
                </c:pt>
                <c:pt idx="1">
                  <c:v>8782.0</c:v>
                </c:pt>
                <c:pt idx="2">
                  <c:v>386.1298307594173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Kirana Store - Executive Sales Overview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Velocity: Best Sellers vs Stock 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🔥 Highest Selling Products (Demand Velocity):</a:t>
            </a:r>
          </a:p>
          <a:p>
            <a:pPr lvl="1">
              <a:defRPr sz="1800"/>
            </a:pPr>
            <a:r>
              <a:t>Coffee Powder: 87 units sold</a:t>
            </a:r>
          </a:p>
          <a:p>
            <a:pPr lvl="1">
              <a:defRPr sz="1800"/>
            </a:pPr>
            <a:r>
              <a:t>Sugar: 80 units sold</a:t>
            </a:r>
          </a:p>
          <a:p>
            <a:pPr lvl="1">
              <a:defRPr sz="1800"/>
            </a:pPr>
            <a:r>
              <a:t>Cheese: 48 units sold</a:t>
            </a:r>
          </a:p>
          <a:p/>
          <a:p>
            <a:pPr>
              <a:defRPr b="1" sz="2200"/>
            </a:pPr>
            <a:r>
              <a:t>⚠️ Low Stock / Reorder Watchlist:</a:t>
            </a:r>
          </a:p>
          <a:p>
            <a:pPr lvl="1">
              <a:defRPr sz="1800"/>
            </a:pPr>
            <a:r>
              <a:t>Sugar: 0 remaining in stock</a:t>
            </a:r>
          </a:p>
          <a:p>
            <a:pPr lvl="1">
              <a:defRPr sz="1800"/>
            </a:pPr>
            <a:r>
              <a:t>Maggi: 1 remaining in stock</a:t>
            </a:r>
          </a:p>
          <a:p>
            <a:pPr lvl="1">
              <a:defRPr sz="1800"/>
            </a:pPr>
            <a:r>
              <a:t>Tea Powder: 5 remaining in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